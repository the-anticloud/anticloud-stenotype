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STENOTYPE | Category: ELECTRICITY_MANAGEMENT</a:t>
            </a:r>
          </a:p>
          <a:p>
            <a:r>
              <a:rPr sz="1400"/>
              <a:t>Upstream: https://github.com/StevenTammen/stenotype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STENOTYPE.</a:t>
            </a:r>
          </a:p>
          <a:p>
            <a:r>
              <a:rPr sz="1400"/>
              <a:t>(swap) Use: github.com/openwrt/openwrt — Smart router energy mgmt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STENOTYPE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